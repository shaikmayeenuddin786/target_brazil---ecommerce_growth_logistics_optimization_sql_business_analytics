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8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42150-F529-6522-4B26-D2CCF4C0B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9C5D74-DBAB-6699-386C-85F89EF090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7BABA-DED4-1BEC-3676-A01097159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5DCD18-EA05-3BCE-9D28-BB4B61F6B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CFA42-9164-6FDE-4CF9-575F60C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367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BEE54-9121-C5ED-B0CD-EF913AA5C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B3CD7-1F72-56D7-00B4-E8000D0779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873092-23FB-02DA-A4CC-9FE29B332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BC916-0DBC-3500-9E03-500FCB81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54FCA-A558-45AF-1BA7-1BD14DB1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650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953D6-F76B-094F-A161-FF84700F5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2494EF-94D3-7F1A-C1F5-B4D1C1286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D41CD-0B69-B5A5-48B0-EE95E6B3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2A286-43FE-47EC-CE37-49EE3BD41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52CFD-1134-A6D7-7257-82146D70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960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617DB-1376-58E8-876C-C245879D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6A1AB-3C47-843E-5625-35EF48594A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37CD31-0C72-5DEA-3478-9CD9F46D9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3D6FB-4046-ACA2-35C8-DE3B33559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54D7-61C8-1933-184D-57B25B8EF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02A20-B14B-027F-9674-8BDC434DD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2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4FC66-A97B-B038-0AD8-A0B8E1D78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80E2D7-8119-BC58-FEA2-4FFDD18CBF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67FAA-1083-23E7-B267-8F94B4C9A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474B90-2EA2-0E5D-2513-A757524B47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128BE-8338-C35F-AD63-ED6F2D4C66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F042E1-29BD-3B15-5471-44A8C3B0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F3756B-605B-00FD-D737-4E9A360D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A5378D-CAF5-E9AD-4A32-BC16B12A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90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C1287-C7C2-376D-D123-3D92C23F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6EE11-99C9-C2E5-1C07-2FEE8CFF1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644294-3142-3123-6E45-50E3F378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FABF4A-FED4-A46B-E932-62FBF9EB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970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9D1B58-B7C9-67E5-F566-337CBA7FC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2B1DE-8AD8-DBF5-0A55-077FFAC9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2FD20-C5A5-3BBC-5161-E1F26F8B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9035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434B-6EE7-00DE-EDC8-E0F0EE69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91FD9-682E-7BA4-BDCA-4CD6405941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86CF7-5B91-9716-E63D-F4208F4F6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5335B0-3CFE-9BED-BEE4-6E5EC64F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6DF841-6D62-B17F-457D-6186CB68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8AC2A-4243-36D1-250A-BCE312ABB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30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7E8DE-77CF-2626-CADD-84A6CB9E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525A20-6822-0A58-92CA-293933241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35535-C035-84D5-9EF4-AC44D0557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E339E-FE46-3C75-2076-2D943EEC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A80BB-8F43-10A2-1F8E-02769DC27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501EDF-4F70-14AB-DAC9-590F2D7CA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8220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6107E-BA4B-C1F2-95E4-F06E592F8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3714BC-B77E-C18C-FFE4-E33BB23D48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2BB67-09FC-D843-FE1F-CBCD67E88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D3DA8E-4AA5-4DBD-E929-B16837FDA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029AC-BEA9-E7BB-6F44-947FDFC1B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863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8AD0FA-9274-D232-F535-674C089F56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8C0D01-671C-3A86-8BC5-64BCFFD79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B5519-0915-0A1E-C3C9-CF71948A8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963C-148C-8D77-5810-B8BCBAA1C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F3253C-7E43-2CBC-0519-152BCE112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78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E080F-388B-DDB3-3662-7D29B805D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BD9A84-57D5-741C-11F5-89EC541A94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F6974-2596-E551-585C-A945B3F50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ED51E-D9B1-4536-8D0D-982BEDB6B8F0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8ADC6-C6BA-73B1-B054-2DAF79311E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AB56D-9776-61DF-B584-EB28713E3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D5443-8E9E-46F1-924F-EAE4BF6E40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008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BA1C-F570-F36F-2A76-C21919949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D4816-0283-A6EA-6F3C-004672C5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1DB59E-03E4-95DC-8BBC-4C4BED66B22B}"/>
              </a:ext>
            </a:extLst>
          </p:cNvPr>
          <p:cNvSpPr txBox="1"/>
          <p:nvPr/>
        </p:nvSpPr>
        <p:spPr>
          <a:xfrm>
            <a:off x="10700332" y="6189441"/>
            <a:ext cx="1751344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bg2">
                    <a:lumMod val="75000"/>
                  </a:schemeClr>
                </a:solidFill>
              </a:rPr>
              <a:t>PREPARED BY</a:t>
            </a:r>
            <a:br>
              <a:rPr lang="en-US" sz="1200" dirty="0">
                <a:solidFill>
                  <a:schemeClr val="bg2">
                    <a:lumMod val="75000"/>
                  </a:schemeClr>
                </a:solidFill>
              </a:rPr>
            </a:br>
            <a:r>
              <a:rPr lang="en-US" sz="1200" dirty="0">
                <a:solidFill>
                  <a:schemeClr val="bg2">
                    <a:lumMod val="75000"/>
                  </a:schemeClr>
                </a:solidFill>
              </a:rPr>
              <a:t>Shaik Mayeenuddin</a:t>
            </a:r>
            <a:endParaRPr lang="en-IN" sz="12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0083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F66253-46F6-04BA-3AE3-BBBD42DB3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81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9AC5E-5319-6425-0AF6-B842D8BB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AD2423-F852-1166-1230-9D95C3BCC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96"/>
            <a:ext cx="12192000" cy="6847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30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FFFF-EA81-18B6-4602-BDF07A2D3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7ADEBF-9A35-0906-776B-30D8A2650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A3B810-C2CD-992A-38FE-4A759EBDF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545" y="2029070"/>
            <a:ext cx="4313870" cy="4258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61647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A3268-7855-E857-9595-A392FEE54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9CEF91-28E3-856B-60F9-84AE01624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895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70744-267A-693A-A579-1C7C8FEE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BD2DA-6727-9CB7-FD95-A2ABB372A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642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F272D-A981-CC72-11F2-9BF81CC4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404F4-5B4B-D193-9B72-75B73FA32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827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2212A-A685-5546-D9E1-40DA6FA96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66C64C-50DC-B377-B33A-37A454AD8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44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EC351-4D04-1C39-7981-FCFA9016C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F99ABE-0079-27F4-3BEE-6A2E857C8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75"/>
            <a:ext cx="12192000" cy="683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177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12754</TotalTime>
  <Words>5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Shaik Mayeenuddin</dc:creator>
  <cp:lastModifiedBy>Shaik Mayeenuddin</cp:lastModifiedBy>
  <cp:revision>2</cp:revision>
  <dcterms:created xsi:type="dcterms:W3CDTF">2026-04-04T15:03:38Z</dcterms:created>
  <dcterms:modified xsi:type="dcterms:W3CDTF">2026-04-13T11:38:22Z</dcterms:modified>
</cp:coreProperties>
</file>